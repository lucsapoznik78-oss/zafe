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 snapToObjects="1">
      <p:cViewPr varScale="1">
        <p:scale>
          <a:sx n="96" d="100"/>
          <a:sy n="96" d="100"/>
        </p:scale>
        <p:origin x="192" y="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325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Zafe: liga de previsões (não é aposta, não é cassino). Três pilares: Econômico, Liga, Privadas. Moeda virtual: Zafes. Prêmios reais via PIX no concurso. Apresentação: Luc Sapoznik e Lorenzo Fragali.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Quem somos: plataforma de competição de previsões (100% legal). Não somos casa de apostas, não operamos com dinheiro real. Moeda virtual: Zafes. Prêmios reais via PIX no concurso (Lei 5.768/71). Diferencial: habilidade, não sorte.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Problema: brasileiro proibido de prever eventos (CMN 5.298/2026). Casas de aposta exploram dependência. Solução: Zafe como concurso legal. Sem dinheiro real, foco em habilidade e curadoria via IA (Premium).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Econômico: palpites sobre indicadores econômicos (Z$ virtual). Apenas admin cria eventos (Selic, IPCA, Dólar, Bitcoin, Ibovespa). Mercado secundário com order book FIFO. Lei 5.768/71.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Liga: carro-chefe da Zafe (esporte, política, BBB, Oscar, tecnologia). Usuários criam eventos (aprovação admin). Moeda: Z$ virtual. Ranking por Brier Score, mínimo 30 previsões/mês, 3 categorias. Banner do concurso com inscrição grátis.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Concurso: R$ 2.500 via PIX (Lei 5.768/71). Brier Score: maior acurácia agregada, mínimo 3 categorias. Base legal: Dispensa SECAP (patrocínio cobre prêmios). Concurso Major: R$ 10k-25k (exige SECAP, 10% patrocinador).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Privadas: bolão entre amigos (4 travas legais obrigatórias). Mercado fechado, sem revenda, limite 5.000 Z$/ano por par. Futuro: converter Z$ em descontos reais via parcerias. Sistema de Juízes: divergência na supermaioria (67%).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Sistema de 4 camadas: APIs fixas, IA com dupla verificação, retry automático, reembolso. Taxa: 87% resolução automática, 5% reembolso (eventos subjetivos). APIs: Banco Central, Yahoo Finance, CoinGecko, TSE. IA: 2 checks independentes, confiança ≥85%.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Estado atual: maio/2026, usando Zafes como moeda virtual. Sistema 4 camadas: 87% sucesso na resolução automática. Objetivo: 1.000 usuários ativos na fase beta. Com 1000 usuários: migramos para lançamento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Curto prazo (1-3 meses): Criar CNPJ, comprar domínio zafe.com.br. Email corporativo @zafe.com.br, conta bancária PJ. Marketing: redes sociais, ads 18-35 anos. Rebrand para Zafe, meta 1.000 usuários, app PWA.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Médio prazo: Zafe Premium R$ 19,90/mês, concurso trimestral R$ 25k. Longo prazo: Zafes viram moeda de fidelidade, conversão em descontos. Visão: liderança nacional, 100k+ usuários. Venda de dados B2B (sabedoria das multidões).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Fechamento: Zafe é a liga de previsões do Brasil (100% legal). Lei 5.768/71 + CMN 5.298: sem apostas, sem depósitos reais. Prêmios reais via PIX no concurso, 4 camadas de resolução. Obrigado pela atenção. zafe-rho.vercel.app → zafe.com.br.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86EFAC"/>
                </a:solidFill>
              </a:defRPr>
            </a:pPr>
            <a:r>
              <a:t>ZAFE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A Liga de Previsões do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C8C8"/>
                </a:solidFill>
              </a:defRPr>
            </a:pPr>
            <a:r>
              <a:t>FEITO POR LUC SAPOZNIK E LORENZO FRAGALI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Quem Somos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A Zafe é a plataforma onde você compete prevendo o que vai acontecer no Brasil e no mundo.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O que somos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100% Legal (Lei 5.768/71 + CMN 5.298)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Sem apostas, sem depósitos de dinheiro real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Competição de habilidade analítica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Moeda virtual: Zafes (não convertível em dinheiro)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Prêmios reais via PIX no concurso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</a:defRPr>
            </a:pPr>
            <a:r>
              <a:t>O que NÃO somos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089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Não somos casa de apostas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Não somos mercado preditivo (Polymarket)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Não operamos com dinheiro real (exceto prêmios)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Não temos odds ou 'casa' contra o usuário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Não existe depósito ou saque de Reais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Por que a Zafe existe?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Brasileiro é proibido de prever eventos esportivos (CMN 5.298/2026)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Casas de aposta exploram dependência química (dopamina)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Usuário perde dinheiro real sem hiberitação analítica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Falta de plataforma nacional de competição de previsões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A Solução Zafe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Posicionamento legal: concurso de previsões (Lei 5.768/71)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Sem dinheiro real em jogo (Zafes virtuais)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Foco em habilidade analítica e calibração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Curadoria de informação (Premium) via 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Zafe Econômico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Palpite sobre indicadores econômicos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Como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Criação: Apenas admin/sistema (não usuários)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Moeda: Z$ Virtual (não convertível em dinheiro real)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Eventos: Selic, IPCA, Dólar, Bitcoin, Ibovespa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Mercado Secundário: Order book com matching FIFO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Categorias Permitidas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Macro Brasil: Selic, IPCA, PIB, desemprego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Mercados: Ibovespa, Dólar, Euro, Ouro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Cripto: Bitcoin, Ethereum (janelas curtas)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Indicadores Globais: Fed, BCE, CPI americano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rPr dirty="0" err="1"/>
              <a:t>Zafe</a:t>
            </a:r>
            <a:r>
              <a:rPr dirty="0"/>
              <a:t> Liga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A liga onde você compete prevendo o que vai acontecer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Como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Criação: Usuários e Admin (aprovação necessária)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Moeda: Z$ Virtual (mesma da Liga e Privadas)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Universo: Esporte, Política, BBB, Oscar, Tecnologia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Banner do Concurso ativo com inscrição grátis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Diferenciais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Ranking por Brier Score (acurácia agregada)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Mínimo 30 previsões/mês para qualificação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Diversidade: pelo menos 3 categorias diferentes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Trending Feed: eventos em alta (+Z$ / 2h)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Concurso (Sobreposto à Liga)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Inscrição: Gratuita na fase beta (futuramente R$ 9,90)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Critério: Maior acurácia agregada (Brier Score)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Diversidade: Previsões em pelo menos 3 categorias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Prêmio: R$ 2.500 totais distribuídos via PIX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Recurso: Patrocínio de marcas (Coca-Cola, bancos)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6EFAC"/>
                </a:solidFill>
              </a:defRPr>
            </a:pPr>
            <a:r>
              <a:t>Distribuição de Prêmios: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C8C8"/>
                </a:solidFill>
              </a:defRPr>
            </a:pPr>
            <a:r>
              <a:t>1º lugar: R$ 1.000 | 2º lugar: R$ 500 | 3º lugar: R$ 250</a:t>
            </a:r>
          </a:p>
          <a:p>
            <a:pPr algn="l">
              <a:defRPr sz="1400">
                <a:solidFill>
                  <a:srgbClr val="C8C8C8"/>
                </a:solidFill>
              </a:defRPr>
            </a:pPr>
            <a:r>
              <a:t>4º a 10º lugar: R$ 100 cada | 11º a 25º lugar: R$ 35 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Base Legal (Lei 5.768/71)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Art. 1º: Concurso de previsões exige autorização SECAP apenas se prêmios &gt; 10% do valor arrecadado.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6EFAC"/>
                </a:solidFill>
              </a:defRPr>
            </a:pPr>
            <a:r>
              <a:t>Dispensa SECAP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Concurso regular (R$ 2.500) tem patrocínio que cobre prêmios. Não há arrecadação líquida da Zafe, dispensando autorização.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754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AB308"/>
                </a:solidFill>
              </a:defRPr>
            </a:pPr>
            <a:r>
              <a:t>Concurso Major: Trimestral R$ 10k-25k. Exige processo formal na SECAP, custo de 10% pago pelo patrocinador.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Zafe Privadas (Bolão entre Amigos)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Criação: Um usuário desafia outro(s) para um palpite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Mercado: Fechado (participantes definidos na criação)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Moeda: Z$ Virtual (não convertível em dinheiro real)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Resolução: Supermaioria 67% + Sistema de Juízes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Futuro: Converter Z$ em descontos reais via parcerias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</a:defRPr>
            </a:pPr>
            <a:r>
              <a:t>4 Travas Legais (Obrigatórias)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1. Apenas amigos confirmados (24h após aceite mútuo)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2. Mercado fechado (sem novos participantes após criação)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3. Sem revenda de posição (sem mercado secundário)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4. Limite: 5.000 Z$/ano por par de usuários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891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AB308"/>
                </a:solidFill>
              </a:defRPr>
            </a:pPr>
            <a:r>
              <a:t>Sistema de Juízes: Se divergência na supermaioria (67%), ativa-se juízes imparciais para decidir.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Como o Código Sabe quem Ganhou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6EFAC"/>
                </a:solidFill>
              </a:defRPr>
            </a:pPr>
            <a:r>
              <a:t>Camada 1: API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Banco Central</a:t>
            </a:r>
            <a:br/>
            <a:r>
              <a:t>Yahoo Finance</a:t>
            </a:r>
            <a:br/>
            <a:r>
              <a:t>CoinGecko</a:t>
            </a:r>
            <a:br/>
            <a:r>
              <a:t>TSE, APIs Esportivas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6EFAC"/>
                </a:solidFill>
              </a:defRPr>
            </a:pPr>
            <a:r>
              <a:t>Camada 2: IA com Dupla Verificação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2 checks independentes</a:t>
            </a:r>
            <a:br/>
            <a:r>
              <a:t>Web Search</a:t>
            </a:r>
            <a:br/>
            <a:r>
              <a:t>Confiança ≥ 85%</a:t>
            </a:r>
            <a:br/>
            <a:r>
              <a:t>Ambos concordam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6EFAC"/>
                </a:solidFill>
              </a:defRPr>
            </a:pPr>
            <a:r>
              <a:t>Camada 3: Retry Automático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Falhou?</a:t>
            </a:r>
            <a:br/>
            <a:r>
              <a:t>Tenta novamente</a:t>
            </a:r>
            <a:br/>
            <a:r>
              <a:t>a cada 2h</a:t>
            </a:r>
            <a:br/>
            <a:r>
              <a:t>(máximo 3x)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Camada 4: Reembolso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Ninguém perde</a:t>
            </a:r>
            <a:br/>
            <a:r>
              <a:t>se não resolver</a:t>
            </a:r>
            <a:br/>
            <a:r>
              <a:t>Todos recebem Z$</a:t>
            </a:r>
            <a:br/>
            <a:r>
              <a:t>de volta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6EFAC"/>
                </a:solidFill>
              </a:defRPr>
            </a:pPr>
            <a:r>
              <a:t>Taxa de resolução automática: 87% | Reembolso: 5% (eventos subjetivos sem fontes claras)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Estado Atual (Maio/2026)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O que somos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Lançamos utilizando Zafes como moeda virtual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Sistema de resolução em 4 camadas (87% sucesso)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Eventos reais rodando na Liga e Econômico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B308"/>
                </a:solidFill>
              </a:defRPr>
            </a:pPr>
            <a:r>
              <a:t>Objetivo Imediato: Alcançar 1.000 usuários ativos na fase de testes.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O que muda com 1000 usuários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Aumentar volume de palpites na Liga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Validar modelo de competição social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Migrar de beta para lançamento oficial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Primeiro concurso com prêmio real via PIX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Atrair patrocinadores corporativos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6EFAC"/>
                </a:solidFill>
              </a:defRPr>
            </a:pPr>
            <a:r>
              <a:t>Zafes: A moeda virtual que gera prêmios reais através de comprovação de habilidade analítica.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Curto Prazo (1-3 meses)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Estruturação Jurídica e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Criar CNPJ: Constituir empresa formalmente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Comprar Domínio: zafe.com.br (migração de zafe-rho.vercel.app)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Email Corporativo: @zafe.com.br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Conta Bancária PJ: Receber assinaturas e pagar prêmios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6EFAC"/>
                </a:solidFill>
              </a:defRPr>
            </a:pPr>
            <a:r>
              <a:t>Marketing e Lançamento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t>• Criar Redes Sociais: Instagram, Twitter, TikTok, LinkedIn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Campanha de Advertising: Ads 18-35 anos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Lançar Oficialmente: Rebrand Zafes para Zafe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Alcançar 1.000 usuários: Tração orgânica + paga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• App Mobile PWA: Notificações nativas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6EFAC"/>
                </a:solidFill>
              </a:defRPr>
            </a:pPr>
            <a:r>
              <a:t>Roadmap: Médio e Longo Prazo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6EFAC"/>
                </a:solidFill>
              </a:defRPr>
            </a:pPr>
            <a:r>
              <a:t>Médio Prazo (3-6 meses)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• Zafe Premium (R$ 19,90/mês)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Parcerias de patrocínio corporativo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Concurso Trimestral R$ 25k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Gamificação (badges, níveis, streaks)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Recursos sociais (seguir previsores)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6EFAC"/>
                </a:solidFill>
              </a:defRPr>
            </a:pPr>
            <a:r>
              <a:t>Longo Prazo (6-12 meses)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37744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• Troca de Zafes: 10.000 Z$ = 10% desconto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Zafes viram moeda de fidelidade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Converter Z$ em descontos reais (parcerias)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Venda de dados B2B (sabedoria das multidões)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Premium escalado nacionalmente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6EFAC"/>
                </a:solidFill>
              </a:defRPr>
            </a:pPr>
            <a:r>
              <a:t>Visão de Expansão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774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• Consolidação da marca nacionalmente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Liderança em liga de previsões no Brasil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Parcerias com varejistas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Expansão para 100k+ usuários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86EFAC"/>
                </a:solidFill>
              </a:defRPr>
            </a:pPr>
            <a:r>
              <a:t>ZAFE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A Liga de Previsões do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• 100% Legal (Lei 5.768/71 + CMN 5.298)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• Sem apostas, sem depósitos de dinheiro real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• Prêmios reais no concurso via PIX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• Tecnologia de ponta (4 camadas de resolução)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• Zafes: a moeda virtual que vale descontos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6EFAC"/>
                </a:solidFill>
              </a:defRPr>
            </a:pPr>
            <a:r>
              <a:t>Zafe: A liga onde você compete prevendo o que vai acontecer.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C8"/>
                </a:solidFill>
              </a:defRPr>
            </a:pPr>
            <a:r>
              <a:t>zafe-rho.vercel.app → em breve zafe.com.br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00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C8C8"/>
                </a:solidFill>
              </a:defRPr>
            </a:pPr>
            <a:r>
              <a:t>FEITO POR LUC SAPOZNIK E LORENZO FRAGALI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1789</Words>
  <Application>Microsoft Macintosh PowerPoint</Application>
  <PresentationFormat>Widescreen</PresentationFormat>
  <Paragraphs>155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 Sapoznik [Pupil]</cp:lastModifiedBy>
  <cp:revision>2</cp:revision>
  <dcterms:created xsi:type="dcterms:W3CDTF">2013-01-27T09:14:16Z</dcterms:created>
  <dcterms:modified xsi:type="dcterms:W3CDTF">2026-05-07T11:35:25Z</dcterms:modified>
  <cp:category/>
</cp:coreProperties>
</file>